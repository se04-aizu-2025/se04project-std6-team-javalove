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9" r:id="rId3"/>
    <p:sldId id="265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81686"/>
  </p:normalViewPr>
  <p:slideViewPr>
    <p:cSldViewPr snapToGrid="0">
      <p:cViewPr>
        <p:scale>
          <a:sx n="95" d="100"/>
          <a:sy n="95" d="100"/>
        </p:scale>
        <p:origin x="102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F55B3C-BD67-422A-BAED-CABCA28D62D9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406CB-6781-420F-B417-AF5E329E5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98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学習用ということなので、アルゴリズムの説明を記載したり、それぞれの特徴をより顕著にするための機能を考えたこと（例えば、コスト機能＝わざと計算を遅くする機能）</a:t>
            </a:r>
          </a:p>
          <a:p>
            <a:r>
              <a:rPr lang="ja-JP" altLang="en-US" dirty="0"/>
              <a:t>機能の説明や注意点を記載した</a:t>
            </a:r>
            <a:r>
              <a:rPr lang="en-US" altLang="ja-JP" dirty="0"/>
              <a:t>Tips</a:t>
            </a:r>
            <a:r>
              <a:rPr lang="ja-JP" altLang="en-US" dirty="0"/>
              <a:t>を置いたこと</a:t>
            </a:r>
            <a:endParaRPr lang="en-US" altLang="ja-JP" dirty="0"/>
          </a:p>
          <a:p>
            <a:r>
              <a:rPr lang="ja-JP" altLang="en-US" dirty="0"/>
              <a:t>**共通処理（時間計測・順序切替・履歴管理）**を親クラスに集約</a:t>
            </a:r>
          </a:p>
          <a:p>
            <a:r>
              <a:rPr lang="ja-JP" altLang="en-US" dirty="0"/>
              <a:t>**変化する部分（ソート本体）**だけを </a:t>
            </a:r>
            <a:r>
              <a:rPr kumimoji="1" lang="en-US" altLang="ja-JP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abstract execute</a:t>
            </a:r>
            <a:r>
              <a:rPr lang="ja-JP" altLang="en-US" dirty="0"/>
              <a:t> に隔離</a:t>
            </a:r>
          </a:p>
          <a:p>
            <a:r>
              <a:rPr kumimoji="1" lang="en-US" altLang="ja-JP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Comparator</a:t>
            </a:r>
            <a:r>
              <a:rPr lang="ja-JP" altLang="en-US" dirty="0"/>
              <a:t> とジェネリクスで </a:t>
            </a:r>
            <a:r>
              <a:rPr lang="ja-JP" altLang="en-US" b="1" dirty="0"/>
              <a:t>適用範囲と柔軟性</a:t>
            </a:r>
            <a:r>
              <a:rPr lang="ja-JP" altLang="en-US" dirty="0"/>
              <a:t>が高い</a:t>
            </a:r>
          </a:p>
          <a:p>
            <a:r>
              <a:rPr lang="ja-JP" altLang="en-US" dirty="0"/>
              <a:t>外部から内部状態を壊せないように </a:t>
            </a:r>
            <a:r>
              <a:rPr lang="ja-JP" altLang="en-US" b="1" dirty="0"/>
              <a:t>カプセル化</a:t>
            </a:r>
            <a:r>
              <a:rPr lang="ja-JP" altLang="en-US" dirty="0"/>
              <a:t>されている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406CB-6781-420F-B417-AF5E329E5B9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1198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可視化されたソート映像の一時停止ができない</a:t>
            </a:r>
          </a:p>
          <a:p>
            <a:r>
              <a:rPr kumimoji="1" lang="ja-JP" altLang="en-US" dirty="0"/>
              <a:t>入力サイズが</a:t>
            </a:r>
            <a:r>
              <a:rPr kumimoji="1" lang="en-US" altLang="ja-JP" dirty="0"/>
              <a:t>200</a:t>
            </a:r>
            <a:r>
              <a:rPr kumimoji="1" lang="ja-JP" altLang="en-US" dirty="0"/>
              <a:t>を超えるとビジュアライズが現実的ではなくなる（映像の生成に時間がかかりすぎる）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406CB-6781-420F-B417-AF5E329E5B9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8431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サーバーで</a:t>
            </a:r>
            <a:r>
              <a:rPr kumimoji="1" lang="en-US" altLang="ja-JP" dirty="0"/>
              <a:t>gif</a:t>
            </a:r>
            <a:r>
              <a:rPr kumimoji="1" lang="ja-JP" altLang="en-US" dirty="0"/>
              <a:t>を生成する方式ではなく、ブラウザ側でソートを実演する方式を用いる（例えば、</a:t>
            </a:r>
            <a:r>
              <a:rPr kumimoji="1" lang="en-US" altLang="ja-JP" dirty="0" err="1"/>
              <a:t>javascript</a:t>
            </a:r>
            <a:r>
              <a:rPr kumimoji="1" lang="ja-JP" altLang="en-US" dirty="0"/>
              <a:t>を使うとか）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406CB-6781-420F-B417-AF5E329E5B9B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286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2201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707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274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2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870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6496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172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2962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4900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0857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179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2572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0274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87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491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2663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C4720-DD91-46C7-BB07-6B36BC07C182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399D421-7624-40BB-8A05-6A511D437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6533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B46492-8EA9-9B3D-4C7C-8C9A954B30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Advanced Software</a:t>
            </a:r>
            <a:br>
              <a:rPr kumimoji="1" lang="en-US" altLang="ja-JP" dirty="0"/>
            </a:br>
            <a:r>
              <a:rPr kumimoji="1" lang="en-US" altLang="ja-JP" dirty="0"/>
              <a:t>Engineering</a:t>
            </a:r>
            <a:br>
              <a:rPr kumimoji="1" lang="en-US" altLang="ja-JP" dirty="0"/>
            </a:br>
            <a:r>
              <a:rPr kumimoji="1" lang="en-US" altLang="ja-JP" dirty="0"/>
              <a:t>Team </a:t>
            </a:r>
            <a:r>
              <a:rPr lang="en-US" altLang="ja-JP" dirty="0" err="1"/>
              <a:t>j</a:t>
            </a:r>
            <a:r>
              <a:rPr kumimoji="1" lang="en-US" altLang="ja-JP" dirty="0" err="1"/>
              <a:t>avalove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AE56BD-4096-CCD4-6411-CDE17DD66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0636" y="4050836"/>
            <a:ext cx="8333367" cy="1892767"/>
          </a:xfrm>
        </p:spPr>
        <p:txBody>
          <a:bodyPr>
            <a:normAutofit fontScale="85000" lnSpcReduction="20000"/>
          </a:bodyPr>
          <a:lstStyle/>
          <a:p>
            <a:r>
              <a:rPr kumimoji="1" lang="en-US" altLang="ja-JP" sz="3200" dirty="0"/>
              <a:t>2026/1/30 Friday</a:t>
            </a:r>
          </a:p>
          <a:p>
            <a:r>
              <a:rPr kumimoji="1" lang="en-US" altLang="ja-JP" sz="3200" dirty="0"/>
              <a:t>S1310172 </a:t>
            </a:r>
            <a:r>
              <a:rPr lang="en-US" altLang="ja-JP" sz="3200" dirty="0"/>
              <a:t>S</a:t>
            </a:r>
            <a:r>
              <a:rPr kumimoji="1" lang="en-US" altLang="ja-JP" sz="3200" dirty="0"/>
              <a:t>otaro Furusawa </a:t>
            </a:r>
          </a:p>
          <a:p>
            <a:r>
              <a:rPr kumimoji="1" lang="en-US" altLang="ja-JP" sz="3200" dirty="0"/>
              <a:t>S1310187 </a:t>
            </a:r>
            <a:r>
              <a:rPr kumimoji="1" lang="en-US" altLang="ja-JP" sz="3200" dirty="0" err="1"/>
              <a:t>Shunnosuke</a:t>
            </a:r>
            <a:r>
              <a:rPr kumimoji="1" lang="en-US" altLang="ja-JP" sz="3200" dirty="0"/>
              <a:t> </a:t>
            </a:r>
            <a:r>
              <a:rPr kumimoji="1" lang="en-US" altLang="ja-JP" sz="3200" dirty="0" err="1"/>
              <a:t>Sakakura</a:t>
            </a:r>
            <a:endParaRPr kumimoji="1" lang="en-US" altLang="ja-JP" sz="3200" dirty="0"/>
          </a:p>
          <a:p>
            <a:r>
              <a:rPr lang="en-US" altLang="ja-JP" sz="3200" dirty="0"/>
              <a:t>S1310199 Yu </a:t>
            </a:r>
            <a:r>
              <a:rPr lang="en-US" altLang="ja-JP" sz="3200" dirty="0" err="1"/>
              <a:t>iwabuchi</a:t>
            </a:r>
            <a:endParaRPr kumimoji="1" lang="en-US" altLang="ja-JP" sz="3200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56384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0A6A05-1CF2-2497-4D7D-8B22049B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Development Environment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4CB6DB-397F-43E0-E24B-B07C3BC588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4000" dirty="0"/>
              <a:t>Technology</a:t>
            </a:r>
            <a:endParaRPr kumimoji="1" lang="en-US" altLang="ja-JP" sz="4000" dirty="0"/>
          </a:p>
          <a:p>
            <a:r>
              <a:rPr kumimoji="1" lang="en-US" altLang="ja-JP" sz="3200" dirty="0"/>
              <a:t>Java 21</a:t>
            </a:r>
            <a:endParaRPr lang="en-US" altLang="ja-JP" sz="3200" dirty="0"/>
          </a:p>
          <a:p>
            <a:r>
              <a:rPr kumimoji="1" lang="en-US" altLang="ja-JP" sz="3200" dirty="0"/>
              <a:t>Tomcat10</a:t>
            </a:r>
          </a:p>
          <a:p>
            <a:r>
              <a:rPr lang="en-US" altLang="ja-JP" sz="3200" dirty="0"/>
              <a:t>Servlet / JSP</a:t>
            </a:r>
          </a:p>
          <a:p>
            <a:r>
              <a:rPr kumimoji="1" lang="en-US" altLang="ja-JP" sz="3200" dirty="0"/>
              <a:t>HTML / CSS</a:t>
            </a:r>
          </a:p>
          <a:p>
            <a:r>
              <a:rPr kumimoji="1" lang="en-US" altLang="ja-JP" sz="3200" dirty="0"/>
              <a:t>JavaScript</a:t>
            </a:r>
            <a:endParaRPr kumimoji="1" lang="ja-JP" altLang="en-US" sz="32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4B88603-0034-7FA2-15BB-BCC034F6BF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4000" dirty="0"/>
              <a:t>Editor</a:t>
            </a:r>
          </a:p>
          <a:p>
            <a:r>
              <a:rPr lang="en-US" altLang="ja-JP" sz="3200" dirty="0"/>
              <a:t>Eclipse</a:t>
            </a:r>
          </a:p>
          <a:p>
            <a:endParaRPr lang="ja-JP" altLang="en-US" sz="3200"/>
          </a:p>
        </p:txBody>
      </p:sp>
    </p:spTree>
    <p:extLst>
      <p:ext uri="{BB962C8B-B14F-4D97-AF65-F5344CB8AC3E}">
        <p14:creationId xmlns:p14="http://schemas.microsoft.com/office/powerpoint/2010/main" val="697697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DA3B08-CAC4-B494-D185-9C563F1EA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KeyPoint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B1888C-1AA2-EC00-C266-23838209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ja-JP" sz="3200" dirty="0"/>
              <a:t>Description of the algorithm</a:t>
            </a:r>
          </a:p>
          <a:p>
            <a:r>
              <a:rPr kumimoji="1" lang="en-US" altLang="ja-JP" sz="3200" dirty="0"/>
              <a:t>Each feature was made more pronounced.</a:t>
            </a:r>
            <a:endParaRPr lang="en-US" altLang="ja-JP" sz="3200" dirty="0"/>
          </a:p>
          <a:p>
            <a:pPr lvl="1"/>
            <a:r>
              <a:rPr kumimoji="1" lang="en-US" altLang="ja-JP" sz="3000" dirty="0"/>
              <a:t>We implemented a </a:t>
            </a:r>
            <a:r>
              <a:rPr kumimoji="1" lang="en-US" altLang="ja-JP" sz="3000" dirty="0">
                <a:solidFill>
                  <a:srgbClr val="FF0000"/>
                </a:solidFill>
              </a:rPr>
              <a:t>cost function </a:t>
            </a:r>
            <a:r>
              <a:rPr kumimoji="1" lang="en-US" altLang="ja-JP" sz="3000" dirty="0"/>
              <a:t>(shown as demo) that intentionally slow down th</a:t>
            </a:r>
            <a:r>
              <a:rPr lang="en-US" altLang="ja-JP" sz="3000" dirty="0"/>
              <a:t>e execution speed.</a:t>
            </a:r>
            <a:endParaRPr kumimoji="1" lang="en-US" altLang="ja-JP" sz="3000" dirty="0"/>
          </a:p>
          <a:p>
            <a:r>
              <a:rPr kumimoji="1" lang="en-US" altLang="ja-JP" sz="3200" dirty="0"/>
              <a:t>Tips explaining features and precautions have been placed.</a:t>
            </a:r>
          </a:p>
          <a:p>
            <a:r>
              <a:rPr kumimoji="1" lang="en-US" altLang="ja-JP" sz="3200" dirty="0"/>
              <a:t>Highly scalable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99152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C89189-3D20-8D3E-837B-196A042A7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5400" dirty="0"/>
              <a:t>Demo</a:t>
            </a:r>
            <a:endParaRPr kumimoji="1" lang="ja-JP" altLang="en-US" sz="5400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488F10-9C0C-C66E-C98D-4C39BCBB6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2184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BFEAF4-0D91-41AD-8D33-3E4F347D6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Areas for improvement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80DD13-EA78-469D-0141-6F5DC401C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sz="3600" dirty="0"/>
              <a:t>The visualized sorting video cannot be paused.</a:t>
            </a:r>
          </a:p>
          <a:p>
            <a:r>
              <a:rPr kumimoji="1" lang="en-US" altLang="ja-JP" sz="3600" dirty="0"/>
              <a:t>When the input size exceeds 200, visualization becomes impractical (it takes too long to generate the images).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579249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13B011-4C90-35D2-E633-6676D7F7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Development proposal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B94E76-F418-E133-DE16-566F47523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sz="2800" dirty="0"/>
              <a:t>Instead of generating GIFs on the server, we use a method that performs sorting directly in the browser.</a:t>
            </a:r>
            <a:r>
              <a:rPr kumimoji="1" lang="ja-JP" altLang="en-US" sz="2800" dirty="0"/>
              <a:t> </a:t>
            </a:r>
            <a:r>
              <a:rPr kumimoji="1" lang="en-US" altLang="ja-JP" sz="2800" dirty="0"/>
              <a:t>(</a:t>
            </a:r>
            <a:r>
              <a:rPr lang="en-US" altLang="ja-JP" sz="2800" dirty="0"/>
              <a:t>e.g. use JavaScript)</a:t>
            </a:r>
            <a:endParaRPr kumimoji="1"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2376938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9DEE32-F964-76A4-CF30-99721287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4400" dirty="0"/>
              <a:t>Thank you</a:t>
            </a:r>
            <a:endParaRPr kumimoji="1" lang="ja-JP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928726312"/>
      </p:ext>
    </p:extLst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ファセット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ファセット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ファセッ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TM02900688[[fn=ファセット]]</Template>
  <TotalTime>1402</TotalTime>
  <Words>314</Words>
  <Application>Microsoft Macintosh PowerPoint</Application>
  <PresentationFormat>ワイド画面</PresentationFormat>
  <Paragraphs>39</Paragraphs>
  <Slides>7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Arial</vt:lpstr>
      <vt:lpstr>Trebuchet MS</vt:lpstr>
      <vt:lpstr>Wingdings 3</vt:lpstr>
      <vt:lpstr>ファセット</vt:lpstr>
      <vt:lpstr>Advanced Software Engineering Team javalove</vt:lpstr>
      <vt:lpstr>Development Environment</vt:lpstr>
      <vt:lpstr>KeyPoint</vt:lpstr>
      <vt:lpstr>Demo</vt:lpstr>
      <vt:lpstr>Areas for improvement</vt:lpstr>
      <vt:lpstr>Development proposal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駿之介 阪倉</dc:creator>
  <cp:lastModifiedBy>古澤漱太郎</cp:lastModifiedBy>
  <cp:revision>8</cp:revision>
  <dcterms:created xsi:type="dcterms:W3CDTF">2026-01-29T08:55:03Z</dcterms:created>
  <dcterms:modified xsi:type="dcterms:W3CDTF">2026-01-30T08:21:18Z</dcterms:modified>
</cp:coreProperties>
</file>